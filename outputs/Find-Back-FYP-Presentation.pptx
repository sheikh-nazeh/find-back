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3f516f92246dc" /><Relationship Type="http://schemas.openxmlformats.org/officeDocument/2006/relationships/extended-properties" Target="/docProps/app.xml" Id="Rd75aa395d2204bd9" /><Relationship Type="http://schemas.openxmlformats.org/officeDocument/2006/relationships/officeDocument" Target="/ppt/presentation.xml" Id="R88339d675d10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67afd449b4762"/>
  </p:sldMasterIdLst>
  <p:notesMasterIdLst>
    <p:notesMasterId xmlns:r="http://schemas.openxmlformats.org/officeDocument/2006/relationships" r:id="R66793904060140e0"/>
  </p:notesMasterIdLst>
  <p:sldIdLst>
    <p:sldId xmlns:r="http://schemas.openxmlformats.org/officeDocument/2006/relationships" id="256" r:id="R43b979cd55d745f9"/>
    <p:sldId xmlns:r="http://schemas.openxmlformats.org/officeDocument/2006/relationships" id="257" r:id="R3399155457294db3"/>
    <p:sldId xmlns:r="http://schemas.openxmlformats.org/officeDocument/2006/relationships" id="258" r:id="R119118f359504a26"/>
    <p:sldId xmlns:r="http://schemas.openxmlformats.org/officeDocument/2006/relationships" id="259" r:id="R63d4e9d0bf5e43ee"/>
    <p:sldId xmlns:r="http://schemas.openxmlformats.org/officeDocument/2006/relationships" id="260" r:id="Rbbf5cac322034569"/>
    <p:sldId xmlns:r="http://schemas.openxmlformats.org/officeDocument/2006/relationships" id="261" r:id="Rfc2cdcbe243b40a4"/>
    <p:sldId xmlns:r="http://schemas.openxmlformats.org/officeDocument/2006/relationships" id="262" r:id="Rec5e8c06c38044b3"/>
    <p:sldId xmlns:r="http://schemas.openxmlformats.org/officeDocument/2006/relationships" id="263" r:id="Rd00715d8dfbf4db0"/>
    <p:sldId xmlns:r="http://schemas.openxmlformats.org/officeDocument/2006/relationships" id="264" r:id="R614855343ddd413d"/>
    <p:sldId xmlns:r="http://schemas.openxmlformats.org/officeDocument/2006/relationships" id="265" r:id="Rdcd7231f9bd24662"/>
    <p:sldId xmlns:r="http://schemas.openxmlformats.org/officeDocument/2006/relationships" id="266" r:id="Rf352a2eca4d049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56493276141b7" /><Relationship Type="http://schemas.openxmlformats.org/officeDocument/2006/relationships/slideMaster" Target="/ppt/slideMasters/slideMaster1.xml" Id="R39a67afd449b4762" /><Relationship Type="http://schemas.openxmlformats.org/officeDocument/2006/relationships/notesMaster" Target="/ppt/notesMasters/notesMaster1.xml" Id="R66793904060140e0" /><Relationship Type="http://schemas.openxmlformats.org/officeDocument/2006/relationships/presProps" Target="/ppt/presProps.xml" Id="Rcb5ceaba16c24b6f" /><Relationship Type="http://schemas.openxmlformats.org/officeDocument/2006/relationships/tableStyles" Target="/ppt/tableStyles.xml" Id="Rfafa5426e6af4568" /><Relationship Type="http://schemas.openxmlformats.org/officeDocument/2006/relationships/slide" Target="/ppt/slides/slide1.xml" Id="R43b979cd55d745f9" /><Relationship Type="http://schemas.openxmlformats.org/officeDocument/2006/relationships/slide" Target="/ppt/slides/slide2.xml" Id="R3399155457294db3" /><Relationship Type="http://schemas.openxmlformats.org/officeDocument/2006/relationships/slide" Target="/ppt/slides/slide3.xml" Id="R119118f359504a26" /><Relationship Type="http://schemas.openxmlformats.org/officeDocument/2006/relationships/slide" Target="/ppt/slides/slide4.xml" Id="R63d4e9d0bf5e43ee" /><Relationship Type="http://schemas.openxmlformats.org/officeDocument/2006/relationships/slide" Target="/ppt/slides/slide5.xml" Id="Rbbf5cac322034569" /><Relationship Type="http://schemas.openxmlformats.org/officeDocument/2006/relationships/slide" Target="/ppt/slides/slide6.xml" Id="Rfc2cdcbe243b40a4" /><Relationship Type="http://schemas.openxmlformats.org/officeDocument/2006/relationships/slide" Target="/ppt/slides/slide7.xml" Id="Rec5e8c06c38044b3" /><Relationship Type="http://schemas.openxmlformats.org/officeDocument/2006/relationships/slide" Target="/ppt/slides/slide8.xml" Id="Rd00715d8dfbf4db0" /><Relationship Type="http://schemas.openxmlformats.org/officeDocument/2006/relationships/slide" Target="/ppt/slides/slide9.xml" Id="R614855343ddd413d" /><Relationship Type="http://schemas.openxmlformats.org/officeDocument/2006/relationships/slide" Target="/ppt/slides/slide10.xml" Id="Rdcd7231f9bd24662" /><Relationship Type="http://schemas.openxmlformats.org/officeDocument/2006/relationships/slide" Target="/ppt/slides/slide11.xml" Id="Rf352a2eca4d0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6bc492dd7b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2f8e63601c441a" /><Relationship Type="http://schemas.openxmlformats.org/officeDocument/2006/relationships/notesMaster" Target="/ppt/notesMasters/notesMaster1.xml" Id="Re96fe5295c35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657b4383547f5" /><Relationship Type="http://schemas.openxmlformats.org/officeDocument/2006/relationships/notesMaster" Target="/ppt/notesMasters/notesMaster1.xml" Id="R58c0e2b8030b4f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e739e4e72430d" /><Relationship Type="http://schemas.openxmlformats.org/officeDocument/2006/relationships/notesMaster" Target="/ppt/notesMasters/notesMaster1.xml" Id="R911077ba9cf445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b6a0645c1749ab" /><Relationship Type="http://schemas.openxmlformats.org/officeDocument/2006/relationships/notesMaster" Target="/ppt/notesMasters/notesMaster1.xml" Id="Rcf9e13da6beb46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e59944cad4b1d" /><Relationship Type="http://schemas.openxmlformats.org/officeDocument/2006/relationships/notesMaster" Target="/ppt/notesMasters/notesMaster1.xml" Id="Rbfc1871306d3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11005c282846bf" /><Relationship Type="http://schemas.openxmlformats.org/officeDocument/2006/relationships/notesMaster" Target="/ppt/notesMasters/notesMaster1.xml" Id="R7b136c33efc3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74b3bc8cfd4337" /><Relationship Type="http://schemas.openxmlformats.org/officeDocument/2006/relationships/notesMaster" Target="/ppt/notesMasters/notesMaster1.xml" Id="R59f2aa2d12f8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8d0f261224213" /><Relationship Type="http://schemas.openxmlformats.org/officeDocument/2006/relationships/notesMaster" Target="/ppt/notesMasters/notesMaster1.xml" Id="R41e9e2b03f5a4e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481afdbb942fe" /><Relationship Type="http://schemas.openxmlformats.org/officeDocument/2006/relationships/notesMaster" Target="/ppt/notesMasters/notesMaster1.xml" Id="R1a4ff05adf8d41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1fd79704440a0" /><Relationship Type="http://schemas.openxmlformats.org/officeDocument/2006/relationships/notesMaster" Target="/ppt/notesMasters/notesMaster1.xml" Id="R92a7388cc9f4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c09441fe80412e" /><Relationship Type="http://schemas.openxmlformats.org/officeDocument/2006/relationships/notesMaster" Target="/ppt/notesMasters/notesMaster1.xml" Id="R217f8a3549ae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0c0ca02a6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fb86aeae14638" /><Relationship Type="http://schemas.openxmlformats.org/officeDocument/2006/relationships/slideLayout" Target="/ppt/slideLayouts/slideLayout1.xml" Id="Rb2b05ea765ed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05ea765ed40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05c2d9c09471a" /><Relationship Type="http://schemas.openxmlformats.org/officeDocument/2006/relationships/notesSlide" Target="/ppt/notesSlides/notesSlide1.xml" Id="R0b8b34ed17eb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312f87f1a485d" /><Relationship Type="http://schemas.openxmlformats.org/officeDocument/2006/relationships/notesSlide" Target="/ppt/notesSlides/notesSlide2.xml" Id="R7e8fd8b02b54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62b0a6d8e428b" /><Relationship Type="http://schemas.openxmlformats.org/officeDocument/2006/relationships/notesSlide" Target="/ppt/notesSlides/notesSlide3.xml" Id="R3f5b3a84f1ab4e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7321a9f6948e9" /><Relationship Type="http://schemas.openxmlformats.org/officeDocument/2006/relationships/notesSlide" Target="/ppt/notesSlides/notesSlide4.xml" Id="Rf92064cb214147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009b37a6c4c09" /><Relationship Type="http://schemas.openxmlformats.org/officeDocument/2006/relationships/notesSlide" Target="/ppt/notesSlides/notesSlide5.xml" Id="R11c421bc2a82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6a18f06be485c" /><Relationship Type="http://schemas.openxmlformats.org/officeDocument/2006/relationships/notesSlide" Target="/ppt/notesSlides/notesSlide6.xml" Id="Rc5cb4c6b31e74a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0525746eb4d59" /><Relationship Type="http://schemas.openxmlformats.org/officeDocument/2006/relationships/notesSlide" Target="/ppt/notesSlides/notesSlide7.xml" Id="R4fdd828651d046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928e0ac6487d" /><Relationship Type="http://schemas.openxmlformats.org/officeDocument/2006/relationships/notesSlide" Target="/ppt/notesSlides/notesSlide8.xml" Id="R8289f4510d0f4b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03f43319b496d" /><Relationship Type="http://schemas.openxmlformats.org/officeDocument/2006/relationships/notesSlide" Target="/ppt/notesSlides/notesSlide9.xml" Id="Rd3b8d92455fb41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ddc939764075" /><Relationship Type="http://schemas.openxmlformats.org/officeDocument/2006/relationships/notesSlide" Target="/ppt/notesSlides/notesSlide10.xml" Id="R4cef9bb3925546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9ec8476504c71" /><Relationship Type="http://schemas.openxmlformats.org/officeDocument/2006/relationships/notesSlide" Target="/ppt/notesSlides/notesSlide11.xml" Id="R5a833c6762fa43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2354B-84BA-4F05-8565-C8D1C9E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Final Year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2085D-1ED9-4D7E-81C6-917DA11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</a:defRPr>
            </a:pPr>
            <a:r>
              <a:rPr sz="5550" b="1">
                <a:solidFill>
                  <a:srgbClr val="111827"/>
                </a:solidFill>
              </a:rPr>
              <a:t>Find 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536BB-BB73-40A8-A24A-1850ED0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A web-based lost-and-found platform that helps users report, browse, claim, and resolve missing belongings through an admin-controlled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FE385-5778-4FB5-9725-3240BEBA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476500" cy="4286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00929-EF14-4B76-ADC4-5C82476E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144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Lost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CFC82-F639-4C13-89FA-AEB6C97B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6239B-3782-4266-8517-038F2440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Found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75918-838A-441C-A209-B896A3F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React + Flask +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357AE-6933-4C79-AD08-4AB0D31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E55F-32AE-4674-B49E-8622A34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01328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84530-A21A-4C22-ACBF-1FF9DAC7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Lost belongings need a trusted recovery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C9DA4-C2FB-447C-B711-05828C8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The project turns a scattered manual process into a searchable, moderated digital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D2FAE-0741-4BA9-B234-B1FD725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357D2-54AF-4733-B11E-1C03C45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ABE4D-C495-43B2-82BC-1F1F07F6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D4909-0B05-47FA-B7A3-D8BA6868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single place to publish lost and found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76918-0730-4877-97BE-ECDD11C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C3AED"/>
                </a:solidFill>
              </a:defRPr>
            </a:pPr>
            <a:r>
              <a:rPr sz="405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F8D9E-4E9A-451B-ACA7-70BE38E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765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main actors: visitors, registered users, and admins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66EB2-1A37-4918-953D-3FB984B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28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A34A"/>
                </a:solidFill>
              </a:defRPr>
            </a:pPr>
            <a:r>
              <a:rPr sz="4050" b="1">
                <a:solidFill>
                  <a:srgbClr val="16A34A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FC1F4-98BA-4954-A567-C435C142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65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tracked item states: pending, approved, claimed, rejected, resolved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6EBE2-F718-427C-BA8B-B2EECC0F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381250" cy="1866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8E3B4-A193-45BD-A008-F8181BF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Core issue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35900-820B-4008-9D4E-D53D3A1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384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Without moderation, reports can be unreliable. Without claims, found items do not have a clear owner-verification path.</a:t>
            </a:r>
          </a:p>
        </p:txBody>
      </p:sp>
    </p:spTree>
    <p:extLst>
      <p:ext uri="{BB962C8B-B14F-4D97-AF65-F5344CB8AC3E}">
        <p14:creationId xmlns:p14="http://schemas.microsoft.com/office/powerpoint/2010/main" val="10729903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1AB9F-A25A-46CF-9DB0-511BCBF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objectives focus on reporting, discovery, trust, and resolution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399DA-3291-436F-9081-C902A59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Each objective maps directly to implemented screens and backend routes.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CFEB3-1060-4416-911D-CB373F3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265BE-79F3-4CBB-9DF9-6F8E87A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6BD53-E10C-44B8-B032-8386C0C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62200" cy="2628900"/>
          </a:xfrm>
          <a:prstGeom xmlns:a="http://schemas.openxmlformats.org/drawingml/2006/main" prst="roundRect">
            <a:avLst>
              <a:gd name="adj" fmla="val 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94705-3323-4FF5-BA5A-50558E3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2C58-5D19-480B-9359-5421648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52865-277F-430B-BAD7-B65F9C7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Allow users to submit lost or found items with category, location, date, description, and image URL.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B6902-7ED8-450C-92C2-25053EA4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62200" cy="2628900"/>
          </a:xfrm>
          <a:prstGeom xmlns:a="http://schemas.openxmlformats.org/drawingml/2006/main" prst="roundRect">
            <a:avLst>
              <a:gd name="adj" fmla="val 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5D55E-D035-4857-934E-25AB2843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2B26B-C190-4503-95D4-D4F0B76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Browse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47C5F-B0D5-485B-A3C1-F035EA83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Show approved items in a public item listing and detail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66D68-D246-476C-AA00-E119FD4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362200" cy="2628900"/>
          </a:xfrm>
          <a:prstGeom xmlns:a="http://schemas.openxmlformats.org/drawingml/2006/main" prst="roundRect">
            <a:avLst>
              <a:gd name="adj" fmla="val 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D52C-CA20-4EE8-993E-9831B9E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475AD-0BF1-47E9-9B64-AA45B30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7781F-CD85-481E-B2BF-A4E18C6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Let authenticated users submit a claim message for found items.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0335C-6485-4A9D-AAC3-82D437CA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362200" cy="2628900"/>
          </a:xfrm>
          <a:prstGeom xmlns:a="http://schemas.openxmlformats.org/drawingml/2006/main" prst="roundRect">
            <a:avLst>
              <a:gd name="adj" fmla="val 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8BFEE-E542-452E-AB4B-53710337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AD11F-739A-47B1-A00E-0BB54BF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Moderate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F9301-0018-49DE-8DAD-0EE82F7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052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Give admins approval tools for reports and claims before items change state.</a:t>
            </a:r>
          </a:p>
        </p:txBody>
      </p:sp>
    </p:spTree>
    <p:extLst>
      <p:ext uri="{BB962C8B-B14F-4D97-AF65-F5344CB8AC3E}">
        <p14:creationId xmlns:p14="http://schemas.microsoft.com/office/powerpoint/2010/main" val="9318343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ED747-44D7-4961-8551-D3E9F8B3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system separates public discovery from protected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0AE84-B6CC-47B3-B8C1-BE045B1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Visitors can explore approved items, while authenticated users and admins handle sensitive 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0E0AE-3434-4399-A572-78CD115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D3A0-0937-4ADF-8C4C-4C0A76E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89B0-83A0-4AFE-A997-E8C0853A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847B1-8B1D-4B9B-8A65-FA5ADE2F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9483B-98FF-49FD-BBCA-507DBC28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Home statistics, categories, recent activity, browse approved items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CBF74-DE80-4BEF-A155-A790FBC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952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8E86A-7DB1-4A1A-A72E-1BFE48E5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28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Registered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6E6E6-A889-44E4-ABDE-55A43B8A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Login, profile, report lost/found items, submit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BE486-A63A-49BC-85D3-38D1CDC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952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B33D5-7875-4B70-A237-60823B8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B6215-52C9-4576-B5D2-04A7287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Dashboard, manage users, approve reports, approve claims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38550" y="293370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72375" y="293370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6B9D3-86A1-4D15-A5EF-F64DBC17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Access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C7D22-0C11-497B-ACDB-2CCF5A5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JWT tokens protect report submission, profile access, claim submission, and admin endpoints. Admin-only features additionally check the user's role claim.</a:t>
            </a:r>
          </a:p>
        </p:txBody>
      </p:sp>
    </p:spTree>
    <p:extLst>
      <p:ext uri="{BB962C8B-B14F-4D97-AF65-F5344CB8AC3E}">
        <p14:creationId xmlns:p14="http://schemas.microsoft.com/office/powerpoint/2010/main" val="18317045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20838-8100-4B83-9721-791E5D7E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architecture is a simple full-stack client-server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5D0B8-BA80-4FE0-B024-AF93593F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React handles the interface, Flask exposes REST routes, and PostgreSQL stores users, items, and claims.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1442-29C5-4DD0-97B0-CA6F5274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0C4F7-EA3A-485B-A7F9-6933719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87115-7B90-42E4-A9F4-9C25A41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AFDD7-2FF9-45E3-9BF1-CDB75F0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React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9EBA-E44E-4D34-B55B-E04FD69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Vite app, React Router pages, Tailwind styling, Axios API service, localStorage auth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02543-D59C-411F-9030-EAFE4AE3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F725D-F9DC-4768-8669-39E743C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Flask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E4E31-0992-4062-88E4-A81CA08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Blueprint routes for auth, users, items, claims, home stats, and admin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1A969-0C1A-4DDA-A7ED-AB18061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8575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26834-95A6-4F90-9A65-9A43F26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3003-AF22-48B8-8D3E-10709D2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Persistent tables for users, item reports, claim requests, timestamps, roles, and status values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43300" y="3190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24750" y="3190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C2C07-433E-4D82-973C-4EB9631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HTTP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DBBB4-FEE3-4FD7-BC52-B2E7CCA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7608086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5C4B2-8F33-48CD-8827-BADC00E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data model keeps reports and ownership claims separate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C51BC-C374-4125-929E-A52B7D0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Items can be reviewed independently before claims are evaluated against approved found items.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6BEAC-AB39-4470-A0F4-626D0D6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AFA8B-E04E-4DD3-B79B-6AD9E31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8C5FD-1473-4924-9143-F1AF3A10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667000" cy="276225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5011F-AF63-4610-B0C3-F667647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9A1F8-C3F8-416A-A697-997EC5BB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32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full_name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email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password_hash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phone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role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created_at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3CC38-B7DD-42C4-8DFC-58C1593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857500" cy="314325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3EEE0-02E4-4307-A674-08E388B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6EB5E-821C-408B-88F1-D1ED3519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2514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user_id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title, description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category, item_type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location, reported_date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image_url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status, created_at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CF688-3478-45D5-834F-DC02BE8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476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95BC7-ECE2-4235-AB79-58EA6CCA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0D5B8-5150-41B3-871C-C3DA716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2133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item_id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claimant_id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message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status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created_at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3571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524250" y="35718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20000" y="3571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A131C-BE1E-4735-BFF6-6891762F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D7B56-AC7B-4D50-AF1F-E57EC55B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submits</a:t>
            </a:r>
          </a:p>
        </p:txBody>
      </p:sp>
    </p:spTree>
    <p:extLst>
      <p:ext uri="{BB962C8B-B14F-4D97-AF65-F5344CB8AC3E}">
        <p14:creationId xmlns:p14="http://schemas.microsoft.com/office/powerpoint/2010/main" val="1749451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EA55C-B8AF-4ED2-A1D9-5FA8A39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Report moderation protects the public item listing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74051-42FE-409B-BB47-9A540C6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New reports are stored as pending until an admin approves or rejects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34A03-A626-4D4C-A0B2-28E8AD7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95EB-2925-4ACD-BA90-E5B4CC0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BE04D-420F-406C-83D0-F23D667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190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E79BA-A3B8-4324-A5BC-671C1BA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User submits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593B0-86DC-4F1F-9E56-E4C9475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Lost or found form sends item data with JWT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AD29E-0EC4-4E82-8558-7EB8547B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38450"/>
            <a:ext cx="2190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86AED-CE0A-442F-B001-C9DFADE6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90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Backend creates 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C2FE5-9BAE-458B-AF12-63084D2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14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POST /items inserts record with status =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B5977-BCDD-4643-B20E-B86829A0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38450"/>
            <a:ext cx="2190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38BFF-5417-4B5C-9AB9-A8C91A5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Admin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EDCD0-9663-4F71-AE2A-EC3597B9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Pending reports appear in Manage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E9435-6C64-4836-9807-476D447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38450"/>
            <a:ext cx="21907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05930-DC41-4373-9FEE-C28696A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90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Approved item appears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DF433-8CA6-408A-B03D-57E8A363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14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GET /items returns only approved public records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43200" y="3295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00675" y="3295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58150" y="3295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523B1-C9E0-46AF-8333-71350F8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4340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7F5F2-5C20-4212-949F-7250E0B3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D731A-BD3E-4931-B12F-D2E75A04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4340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54D36-C52B-4300-B317-358EC61A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0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approved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2FADD-CFC9-496C-8053-51A328DC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1371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F5679-1341-4283-B0AA-982F45B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0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rejected</a:t>
            </a:r>
          </a:p>
        </p:txBody>
      </p:sp>
    </p:spTree>
    <p:extLst>
      <p:ext uri="{BB962C8B-B14F-4D97-AF65-F5344CB8AC3E}">
        <p14:creationId xmlns:p14="http://schemas.microsoft.com/office/powerpoint/2010/main" val="1942009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B6C70-FA08-4C8A-93E5-A607C0AB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claim workflow adds verification before an item is marked claimed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05AE9-9455-4267-B565-F49B594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 claimant explains ownership, and admin approval updates both claim and item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6E4A-8CF4-4BF9-ADA6-64D81EDA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CEC6A-5171-4303-945C-2B4C26C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35B92-DBD3-44B2-A695-6B324C99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3449D-4FA1-4D7B-8EB7-CFBB17E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Browse found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9362E-E2FE-4B12-86C2-FAA0BA2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User opens an approved found-item detail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299B0-E194-491F-8A3F-F4101646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3812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4B809-99DD-4E1E-BCBE-6BDBA1D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Submit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1D56-6E12-4EBD-8DAA-CAACF0F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POST /claims stores item_id, claimant_id, and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BB3E7-054D-40A8-82EC-D9BDA64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38125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BB31B-520B-470E-B4E1-7C28836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Admin evaluates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D4B3-549A-4071-8A0E-4629FA5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Manage Claims shows pending claimant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ED48B-4D9E-42B8-801D-0032665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95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AB629-30D2-44DF-A8CC-AA0C5A3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Resolve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484DC-09BB-4397-9946-C85B68C8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Approve marks claim approved and item claimed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2838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00750" y="2838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53500" y="2838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9F276-B0B2-482D-B1D2-206DBC9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48577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ABCC1-1689-47C1-B10A-FA009ED0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Important design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3AC8B-CBF9-4426-9480-4BE5F2F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Claims are not auto-approved. This reduces false ownership and gives admins a control point before status changes.</a:t>
            </a:r>
          </a:p>
        </p:txBody>
      </p:sp>
    </p:spTree>
    <p:extLst>
      <p:ext uri="{BB962C8B-B14F-4D97-AF65-F5344CB8AC3E}">
        <p14:creationId xmlns:p14="http://schemas.microsoft.com/office/powerpoint/2010/main" val="10955866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52100-099F-4C8B-BB25-A19DA18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implementation uses familiar web technologies with clear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472A8-F15F-4C0E-963C-4FFB04F0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The stack is lightweight enough for an FYP but covers real authentication, persistence, and moderation.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277CF-98B1-47A2-9871-40A35FA6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3DC50-14F9-4C76-8352-940FD616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140F3-E3FE-4177-A1AB-A841654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8E4B-9799-482F-A7BC-DB12DD01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24C0-719D-4C76-AECF-5A6F066A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240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React 19, Vite, React Router, Tailwind CSS, Lucide icons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F9D4D-5F8C-41C5-8CAC-1B24B9E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06F90-FC55-44B8-AF9F-88AD742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API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9958B-9922-4A94-A2E4-2D74549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289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Axios service functions mapped to REST endpoints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65EB3-0B4A-46C9-A4ED-1DB50013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E5393-4A5A-4FD7-9D09-B6E7347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94F2A-CC50-4CB5-A1A0-3087037D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337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Flask 3, Blueprints, Flask-CORS, Flask-JWT-Extended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E3DFB-3481-4EA0-B5E1-E39F87AD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26FFC-8101-4DF7-ADAA-E46DC84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38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D82B4-5CAD-4975-8239-DFBCF2F2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386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bcrypt password hashing and JWT role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789E2-5A58-419A-9B1D-010095A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2723C-131C-4F48-B81B-20E466D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434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B2EFF-600E-4AF7-BB4D-F8933B19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434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PostgreSQL through psycopg2 and DATABASE_URL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2225546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1B96C-A7FB-4627-A3A3-B88DAE24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prototype demonstrates the core recovery cycle, with room to mature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C762D-C4F2-451C-84DF-0D52FE9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For an FYP evaluation, the main evidence is functional coverage across user and admin scenarios.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FA753-8671-487D-B867-F59003B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49D55-5F13-4030-814D-EB4FEEA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C163-1690-4E1F-99A5-CF0634E0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What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14C3D-E8FD-42C6-A146-A86C9448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Users can register and log in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Reports move through pending and approved states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Approved items are publicly browsable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Claims can be submitted and moderated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Admin dashboard summarizes system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8B518-FD8D-4C23-A93F-4EBB66A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2626"/>
                </a:solidFill>
              </a:defRPr>
            </a:pPr>
            <a:r>
              <a:rPr sz="2250" b="1">
                <a:solidFill>
                  <a:srgbClr val="DC2626"/>
                </a:solidFill>
              </a:rPr>
              <a:t>Current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C4BEE-F6AC-4244-83D0-6C3927D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Search input is present but not yet wired to filtering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Image handling relies on URLs instead of uploads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Some admin routes depend on token presence but need stricter role checks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- No automated test suite is included yet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43E30-9844-409A-9AEC-6AA9216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0965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A1AF9-710E-4B17-A30B-9AFF6FE6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Evaluation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E2EF7-0A2E-4F73-B661-C9B3D9B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Demonstrate the complete journey: report item -&gt; admin approval -&gt; browse item -&gt; claim submission -&gt; admin claim decision.</a:t>
            </a:r>
          </a:p>
        </p:txBody>
      </p:sp>
    </p:spTree>
    <p:extLst>
      <p:ext uri="{BB962C8B-B14F-4D97-AF65-F5344CB8AC3E}">
        <p14:creationId xmlns:p14="http://schemas.microsoft.com/office/powerpoint/2010/main" val="10061169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2947A-EEF6-4473-B12C-9A6F820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Find Back provides a strong base for a campus or community recovery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1D93D-E007-4970-A5A0-66A0F7F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The next step is to improve discovery, evidence quality, notifications, and deployment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0B60-46DC-489B-9918-1E395B90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Find Back FYP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7EB91-800A-4AE7-AE06-A2AB5A8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2CA0-5CFD-4337-8CD5-6FF09EEA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14875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B70FF-00CB-4235-9659-D767810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Smarter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B78C5-2359-45E0-A0C1-03A7F095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Keyword, category, type, location, and date filters.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EC124-F6F0-4B39-9A82-751B8A24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66950"/>
            <a:ext cx="4714875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1C396-80F3-48E1-BA8C-0EDA1B60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19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Image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B360D-EE39-4FA5-B27E-99058C4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6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Store uploaded item photos instead of depending on external image URLs.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D8621-5449-4253-882D-4A4E4BA2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714875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04D54-7915-4E42-85AF-4580D0E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Notifications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14E2F-CFC7-4406-9845-E758123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Alert users when reports are approved or claims change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98644-E727-4A1F-841C-CF12B13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71900"/>
            <a:ext cx="4714875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CFF0D-495E-422C-8CD0-F8225B4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24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Testing and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FA1F4-9DC6-4B69-9EAD-8BECDD5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81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Add automated API tests and deploy client, API, and database.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783C0-B730-40E2-8F56-625C80A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Core 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8BBBA-A917-4D4B-9E35-23623D0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project proves the main lost-and-found workflow and creates a clean foundation for richer matching and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1754378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2026-07-03T13:56:06.5770000Z</dcterms:created>
  <dcterms:modified xsi:type="dcterms:W3CDTF">2026-07-03T13:56:06.5770000Z</dcterms:modified>
</coreProperties>
</file>